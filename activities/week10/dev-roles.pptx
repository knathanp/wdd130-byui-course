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6486-FB0E-3D0A-6461-D77A77558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8C3D7-3355-3B54-7179-C2D9AC418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0B51D-18F9-2483-D767-DE561F99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1CF20-542C-4AE9-A966-C6F4D50AD81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B08C7-BBBD-A14E-0FE8-16294D036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A8059-8A54-8BEE-A5C4-1CC9A0887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6228-E402-451E-88FB-8353B7C98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0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487E-75C8-0FFE-B967-3AAFA1C7E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44EF6-E7D1-989A-6664-4BA298EA8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3015A-CF0F-F278-8BE5-0C8C6D0F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1CF20-542C-4AE9-A966-C6F4D50AD81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82D08-8556-BABC-BF18-02EB8A60D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A8A70-C791-9FE7-BEB8-97F6647F5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6228-E402-451E-88FB-8353B7C98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29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AA88D-DC2B-F73B-B737-041C514DA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86153-54EF-9700-0051-7255A6081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F383E-B60F-8341-34A7-B5E05746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1CF20-542C-4AE9-A966-C6F4D50AD81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CFED3-2C12-2455-446F-14ACEA8CD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F7CC1-252B-5E2E-8D95-410F1F5FB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6228-E402-451E-88FB-8353B7C98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4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8C82A-74B3-F7CE-7417-4E169480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1BCB5-9CE2-9EF6-4028-709AD3E8F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9EB796-089B-A41F-4C11-AE90F3A5F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79536-0A24-C34C-6D42-B77420866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1CF20-542C-4AE9-A966-C6F4D50AD81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EF564-67F1-7156-1610-05B4D80D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4F3DE-EF20-0DBB-4BAE-C582374A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6228-E402-451E-88FB-8353B7C98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9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6B09F-FC3E-F3C0-E3BC-AC91FDDBE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BF05C-5206-D268-1D3A-D42D238FF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55A0F-588E-D9D8-F27D-721F270B3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E7A40-9784-4874-D821-243BCA509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BD66C1-0B5A-FB22-B1D7-39A7C7003E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B82E8-1347-A5B4-A0DA-128FA5281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1CF20-542C-4AE9-A966-C6F4D50AD81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049C3A-4663-244E-E19D-38606BF0F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191E58-5B3F-841E-E7CD-978C413D1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6228-E402-451E-88FB-8353B7C98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35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1889B-8314-9583-3CB7-9B68CB27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0E4F51-3513-D22E-B690-B7D5FC14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1CF20-542C-4AE9-A966-C6F4D50AD81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2FD3D-1F69-5BA7-41E0-E4B57EFEA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CD8A3-8CB9-3B4D-6FD0-DBF3C8D7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6228-E402-451E-88FB-8353B7C98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98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7A2AF7-727B-EBF3-1B3E-91885A482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1CF20-542C-4AE9-A966-C6F4D50AD81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E63B4-0ACE-5658-28B4-E75C1344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B412B-817B-25CB-36F4-5BFC1A87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6228-E402-451E-88FB-8353B7C98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0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9544-8213-D5FB-8C8D-62D53E9B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FCD35-AC49-E351-9D2E-4383BAEF3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335E8-A59C-CB71-7761-1723FE888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540B3-8AAE-22BE-BAB4-F851E4C81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1CF20-542C-4AE9-A966-C6F4D50AD81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574F5-FE34-A725-1526-F4105283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E1278-567F-58E8-4B64-38BF62CE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6228-E402-451E-88FB-8353B7C98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27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3C9B-2321-1B81-7FA6-C9ECB4553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9BC10-E488-85BE-75A2-38F153FA68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CBDC1-2777-76DD-E975-0D5C5278D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BFA98-A2B9-C63A-D799-9AEE6E5B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1CF20-542C-4AE9-A966-C6F4D50AD81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B7DDC-2DEE-A1F0-3726-C1E27994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FEF42-9A8A-3819-0660-ACDC18A5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6228-E402-451E-88FB-8353B7C98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8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6215-7B88-B3C5-2F1F-F2FDD6F5C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D59ED-04F1-643F-BEDC-144FAF35E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B4BF1-08E1-D286-B48B-9CB3BB120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1CF20-542C-4AE9-A966-C6F4D50AD81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4F03F-312E-F1E6-4150-56A4D6E4A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E7AFD-CC21-8227-9FAA-CC9E7621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6228-E402-451E-88FB-8353B7C98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48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2465A8-6122-28EE-59CB-9586679CD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3940F-741C-34F3-4E15-66F9CDB16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48D84-0EC2-5923-88BD-2C3430B5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1CF20-542C-4AE9-A966-C6F4D50AD81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AFE19-8535-45F3-2591-4C25C034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D97FB-DCDF-F1CD-239B-759CB1E6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6228-E402-451E-88FB-8353B7C98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4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39B42F-00EE-9C2C-3F78-F9F35ED1F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6E245-D39A-7055-4947-626769826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2AED5-129E-E093-DE52-23F4B7A1FD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1CF20-542C-4AE9-A966-C6F4D50AD81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49E7A-6ED4-B8C7-371F-9D338C6BC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84C50-B43B-B1D9-A823-121CB79D5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FF6228-E402-451E-88FB-8353B7C98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46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89DD88-BCF7-0FA1-ED14-066ECF37AE17}"/>
              </a:ext>
            </a:extLst>
          </p:cNvPr>
          <p:cNvSpPr/>
          <p:nvPr/>
        </p:nvSpPr>
        <p:spPr>
          <a:xfrm>
            <a:off x="4543422" y="2590800"/>
            <a:ext cx="3848100" cy="10286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967122-4211-C61E-4CE4-51B9D8E5649D}"/>
              </a:ext>
            </a:extLst>
          </p:cNvPr>
          <p:cNvSpPr txBox="1"/>
          <p:nvPr/>
        </p:nvSpPr>
        <p:spPr>
          <a:xfrm>
            <a:off x="505838" y="632298"/>
            <a:ext cx="22860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Your Roles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26BE7-E419-4E90-126B-90E4438E86AB}"/>
              </a:ext>
            </a:extLst>
          </p:cNvPr>
          <p:cNvSpPr txBox="1"/>
          <p:nvPr/>
        </p:nvSpPr>
        <p:spPr>
          <a:xfrm>
            <a:off x="3627809" y="674896"/>
            <a:ext cx="51459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will have 3 roles: client, lead dev, junior dev.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will be involved in 3 sites (as a client, as a lead dev, and as a junior dev.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will be responsible for coding 1 home page and 2 child pages.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7B86F2-1C2D-04AE-4A54-F9D95E0571B6}"/>
              </a:ext>
            </a:extLst>
          </p:cNvPr>
          <p:cNvSpPr/>
          <p:nvPr/>
        </p:nvSpPr>
        <p:spPr>
          <a:xfrm>
            <a:off x="2070371" y="2829026"/>
            <a:ext cx="1015730" cy="533197"/>
          </a:xfrm>
          <a:prstGeom prst="roundRect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Client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6356B7-44DE-C01A-BDBA-796C1E46CE08}"/>
              </a:ext>
            </a:extLst>
          </p:cNvPr>
          <p:cNvCxnSpPr>
            <a:cxnSpLocks/>
          </p:cNvCxnSpPr>
          <p:nvPr/>
        </p:nvCxnSpPr>
        <p:spPr>
          <a:xfrm>
            <a:off x="3381375" y="3095624"/>
            <a:ext cx="828675" cy="9523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6EAEEE-804E-9BDA-973E-9F2FFCD69F45}"/>
              </a:ext>
            </a:extLst>
          </p:cNvPr>
          <p:cNvSpPr/>
          <p:nvPr/>
        </p:nvSpPr>
        <p:spPr>
          <a:xfrm>
            <a:off x="4718318" y="2829025"/>
            <a:ext cx="1491980" cy="533197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Lead Dev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61856E-00B6-01DB-397A-DB9AE10F6276}"/>
              </a:ext>
            </a:extLst>
          </p:cNvPr>
          <p:cNvSpPr/>
          <p:nvPr/>
        </p:nvSpPr>
        <p:spPr>
          <a:xfrm>
            <a:off x="6642367" y="2829025"/>
            <a:ext cx="1491980" cy="533197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Junior Dev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7DBB26-605F-E3BE-752E-05CBD5D1FCF9}"/>
              </a:ext>
            </a:extLst>
          </p:cNvPr>
          <p:cNvSpPr/>
          <p:nvPr/>
        </p:nvSpPr>
        <p:spPr>
          <a:xfrm>
            <a:off x="4543422" y="3981773"/>
            <a:ext cx="3848100" cy="10286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4D666A-91C9-F1B9-08B1-659E8AD3E1B7}"/>
              </a:ext>
            </a:extLst>
          </p:cNvPr>
          <p:cNvSpPr/>
          <p:nvPr/>
        </p:nvSpPr>
        <p:spPr>
          <a:xfrm>
            <a:off x="2070371" y="4219999"/>
            <a:ext cx="1015730" cy="533197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F8C06D4-B263-8FDE-AF70-2763B7348233}"/>
              </a:ext>
            </a:extLst>
          </p:cNvPr>
          <p:cNvSpPr/>
          <p:nvPr/>
        </p:nvSpPr>
        <p:spPr>
          <a:xfrm>
            <a:off x="4718318" y="4219998"/>
            <a:ext cx="1491980" cy="533197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Lead Dev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20A1E17-BBD8-B777-2DDD-5775419C73B8}"/>
              </a:ext>
            </a:extLst>
          </p:cNvPr>
          <p:cNvSpPr/>
          <p:nvPr/>
        </p:nvSpPr>
        <p:spPr>
          <a:xfrm>
            <a:off x="6642367" y="4219998"/>
            <a:ext cx="1491980" cy="533197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Junior Dev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64FC91A-1275-B2CC-72A1-B5E97936ACEE}"/>
              </a:ext>
            </a:extLst>
          </p:cNvPr>
          <p:cNvSpPr/>
          <p:nvPr/>
        </p:nvSpPr>
        <p:spPr>
          <a:xfrm>
            <a:off x="4543422" y="5363419"/>
            <a:ext cx="3848100" cy="10286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EBEB0B2-C11E-971D-3978-40F5488C7D3C}"/>
              </a:ext>
            </a:extLst>
          </p:cNvPr>
          <p:cNvSpPr/>
          <p:nvPr/>
        </p:nvSpPr>
        <p:spPr>
          <a:xfrm>
            <a:off x="2070371" y="5601645"/>
            <a:ext cx="1015730" cy="533197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F2E7702-7849-B8B7-F5C0-B4BA8F5CDAC8}"/>
              </a:ext>
            </a:extLst>
          </p:cNvPr>
          <p:cNvSpPr/>
          <p:nvPr/>
        </p:nvSpPr>
        <p:spPr>
          <a:xfrm>
            <a:off x="4718318" y="5601644"/>
            <a:ext cx="1491980" cy="533197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Lead Dev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73C0349-0C1D-82AF-8DD3-9194E033360B}"/>
              </a:ext>
            </a:extLst>
          </p:cNvPr>
          <p:cNvSpPr/>
          <p:nvPr/>
        </p:nvSpPr>
        <p:spPr>
          <a:xfrm>
            <a:off x="6642367" y="5601644"/>
            <a:ext cx="1491980" cy="533197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Junior Dev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9BABF2-751A-6E3B-7D6A-383D8D0E71CD}"/>
              </a:ext>
            </a:extLst>
          </p:cNvPr>
          <p:cNvSpPr txBox="1"/>
          <p:nvPr/>
        </p:nvSpPr>
        <p:spPr>
          <a:xfrm>
            <a:off x="705863" y="2910958"/>
            <a:ext cx="889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Team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784F11-A4D2-4140-3C1A-F900B0496348}"/>
              </a:ext>
            </a:extLst>
          </p:cNvPr>
          <p:cNvSpPr txBox="1"/>
          <p:nvPr/>
        </p:nvSpPr>
        <p:spPr>
          <a:xfrm>
            <a:off x="705863" y="4311454"/>
            <a:ext cx="889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Team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CEBC83-19F2-BF88-DE2D-BC065E544FDD}"/>
              </a:ext>
            </a:extLst>
          </p:cNvPr>
          <p:cNvSpPr txBox="1"/>
          <p:nvPr/>
        </p:nvSpPr>
        <p:spPr>
          <a:xfrm>
            <a:off x="705863" y="5683576"/>
            <a:ext cx="889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Team 3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FA38C58-F5A0-AA8D-EA8E-0CBA494226A9}"/>
              </a:ext>
            </a:extLst>
          </p:cNvPr>
          <p:cNvCxnSpPr>
            <a:cxnSpLocks/>
          </p:cNvCxnSpPr>
          <p:nvPr/>
        </p:nvCxnSpPr>
        <p:spPr>
          <a:xfrm>
            <a:off x="3381375" y="4477073"/>
            <a:ext cx="828675" cy="9523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EE46398-700A-C692-DEB1-BC361C99D6D7}"/>
              </a:ext>
            </a:extLst>
          </p:cNvPr>
          <p:cNvCxnSpPr>
            <a:cxnSpLocks/>
          </p:cNvCxnSpPr>
          <p:nvPr/>
        </p:nvCxnSpPr>
        <p:spPr>
          <a:xfrm>
            <a:off x="3381374" y="5877766"/>
            <a:ext cx="828675" cy="9523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43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74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Nate Phillips</dc:creator>
  <cp:lastModifiedBy>Nate Phillips</cp:lastModifiedBy>
  <cp:revision>1</cp:revision>
  <dcterms:created xsi:type="dcterms:W3CDTF">2026-01-05T22:15:30Z</dcterms:created>
  <dcterms:modified xsi:type="dcterms:W3CDTF">2026-01-05T22:24:49Z</dcterms:modified>
</cp:coreProperties>
</file>